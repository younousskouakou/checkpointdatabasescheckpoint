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Unbounded"/>
      <p:regular r:id="rId15"/>
    </p:embeddedFont>
    <p:embeddedFont>
      <p:font typeface="Unbounded"/>
      <p:regular r:id="rId16"/>
    </p:embeddedFont>
    <p:embeddedFont>
      <p:font typeface="Cabin"/>
      <p:regular r:id="rId17"/>
    </p:embeddedFont>
    <p:embeddedFont>
      <p:font typeface="Cabin"/>
      <p:regular r:id="rId18"/>
    </p:embeddedFont>
    <p:embeddedFont>
      <p:font typeface="Cabin"/>
      <p:regular r:id="rId19"/>
    </p:embeddedFont>
    <p:embeddedFont>
      <p:font typeface="Cabin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504242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Comparaison entre MongoDB et SQL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271248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Explorer les différences clés entre bases de données NoSQL (MongoDB) et SQL pour choisir la meilleure solution selon vos besoins.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837724" y="5324356"/>
            <a:ext cx="382905" cy="382905"/>
          </a:xfrm>
          <a:prstGeom prst="roundRect">
            <a:avLst>
              <a:gd name="adj" fmla="val 23878209"/>
            </a:avLst>
          </a:prstGeom>
          <a:solidFill>
            <a:srgbClr val="8C52CB"/>
          </a:solidFill>
          <a:ln w="7620">
            <a:solidFill>
              <a:srgbClr val="4D4D5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1907" y="5466993"/>
            <a:ext cx="114538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YK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340287" y="5306497"/>
            <a:ext cx="2934653" cy="418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3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par Younouss  Kouakou</a:t>
            </a:r>
            <a:endParaRPr lang="en-US" sz="2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956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7842" y="3608665"/>
            <a:ext cx="11598950" cy="695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Présentation de MongoDB (NoSQL)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827842" y="4658916"/>
            <a:ext cx="6369129" cy="1341001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1064300" y="4895374"/>
            <a:ext cx="2782729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Type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064300" y="5384959"/>
            <a:ext cx="5896213" cy="37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Base de données NoSQL orientée documents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7433429" y="4658916"/>
            <a:ext cx="6369129" cy="1341001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8" name="Text 5"/>
          <p:cNvSpPr/>
          <p:nvPr/>
        </p:nvSpPr>
        <p:spPr>
          <a:xfrm>
            <a:off x="7669887" y="4895374"/>
            <a:ext cx="3222427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Modèle de données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7669887" y="5384959"/>
            <a:ext cx="5896213" cy="37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JSON-like (BSON) flexible et schema-less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827842" y="6236375"/>
            <a:ext cx="6369129" cy="1341001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11" name="Text 8"/>
          <p:cNvSpPr/>
          <p:nvPr/>
        </p:nvSpPr>
        <p:spPr>
          <a:xfrm>
            <a:off x="1064300" y="6472833"/>
            <a:ext cx="2782729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Scalabilité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1064300" y="6962418"/>
            <a:ext cx="5896213" cy="37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Horizontale, adaptée aux grandes volumétries</a:t>
            </a:r>
            <a:endParaRPr lang="en-US" sz="1850" dirty="0"/>
          </a:p>
        </p:txBody>
      </p:sp>
      <p:sp>
        <p:nvSpPr>
          <p:cNvPr id="13" name="Shape 10"/>
          <p:cNvSpPr/>
          <p:nvPr/>
        </p:nvSpPr>
        <p:spPr>
          <a:xfrm>
            <a:off x="7433429" y="6236375"/>
            <a:ext cx="6369129" cy="1341001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14" name="Text 11"/>
          <p:cNvSpPr/>
          <p:nvPr/>
        </p:nvSpPr>
        <p:spPr>
          <a:xfrm>
            <a:off x="7669887" y="6472833"/>
            <a:ext cx="2782729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Cas d'usage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7669887" y="6962418"/>
            <a:ext cx="5896213" cy="37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Applications web temps réel, big data, agilité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7270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3548" y="3647837"/>
            <a:ext cx="12851011" cy="641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Présentation de SQL (bases relationnelles)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63548" y="4616768"/>
            <a:ext cx="6442591" cy="1236940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981670" y="4834890"/>
            <a:ext cx="2566630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Type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81670" y="5286613"/>
            <a:ext cx="6006346" cy="348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Base de données relationnelle structurée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424261" y="4616768"/>
            <a:ext cx="6442591" cy="1236940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8" name="Text 5"/>
          <p:cNvSpPr/>
          <p:nvPr/>
        </p:nvSpPr>
        <p:spPr>
          <a:xfrm>
            <a:off x="7642384" y="4834890"/>
            <a:ext cx="2972753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Modèle de données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642384" y="5286613"/>
            <a:ext cx="6006346" cy="348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Tables avec schéma strict, relations définies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63548" y="6071830"/>
            <a:ext cx="6442591" cy="1236940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11" name="Text 8"/>
          <p:cNvSpPr/>
          <p:nvPr/>
        </p:nvSpPr>
        <p:spPr>
          <a:xfrm>
            <a:off x="981670" y="6289953"/>
            <a:ext cx="2566630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Scalabilité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81670" y="6741676"/>
            <a:ext cx="6006346" cy="348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Verticale, capacité limitée à certains cas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424261" y="6071830"/>
            <a:ext cx="6442591" cy="1236940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14" name="Text 11"/>
          <p:cNvSpPr/>
          <p:nvPr/>
        </p:nvSpPr>
        <p:spPr>
          <a:xfrm>
            <a:off x="7642384" y="6289953"/>
            <a:ext cx="2566630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Cas d'usage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642384" y="6741676"/>
            <a:ext cx="6006346" cy="348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Systèmes transactionnels, B.I., données structurées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115860"/>
            <a:ext cx="12954952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Comparaison des Modèles de Données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412218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MongoDB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713446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JSON flexible sans schéma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5180171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Données imbriquées facilement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5646896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Adapté aux évolutions rapides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614761" y="412218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SQL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14761" y="4713446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Schéma rigide défini à l'avance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614761" y="5180171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Relations strictes entre tables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7614761" y="5646896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Contrôle fort des données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64806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Performance et Scalabilité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4" y="3415070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7101959" y="3497342"/>
            <a:ext cx="280689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MongoDB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101959" y="3992880"/>
            <a:ext cx="280689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Scalabilité horizontale efficace, optimisée pour les big data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10208062" y="3415070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8" name="Text 5"/>
          <p:cNvSpPr/>
          <p:nvPr/>
        </p:nvSpPr>
        <p:spPr>
          <a:xfrm>
            <a:off x="10985897" y="3497342"/>
            <a:ext cx="280689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SQL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985897" y="3992880"/>
            <a:ext cx="280689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Scalabilité verticale, parfois contraignante à grande échelle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6324124" y="5620703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11" name="Text 8"/>
          <p:cNvSpPr/>
          <p:nvPr/>
        </p:nvSpPr>
        <p:spPr>
          <a:xfrm>
            <a:off x="7101959" y="570297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Performance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101959" y="6198513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MongoDB privilégie la vitesse sur la flexibilité, SQL l'inverse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543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1994" y="3103602"/>
            <a:ext cx="6094452" cy="59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Langage et Requêtes</a:t>
            </a:r>
            <a:endParaRPr lang="en-US" sz="3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994" y="4007168"/>
            <a:ext cx="1017151" cy="122062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34302" y="4210526"/>
            <a:ext cx="2393513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MongoDB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2034302" y="4631650"/>
            <a:ext cx="11884104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Requêtes en JSON, agrégation flexible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994" y="5227796"/>
            <a:ext cx="1017151" cy="122062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034302" y="5431155"/>
            <a:ext cx="2393513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SQL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2034302" y="5852279"/>
            <a:ext cx="11884104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Langage déclaratif puissant et standardisé (SQL)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994" y="6448425"/>
            <a:ext cx="1017151" cy="122062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034302" y="6651784"/>
            <a:ext cx="2393513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Complexité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2034302" y="7072908"/>
            <a:ext cx="11884104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SQL plus rigide, MongoDB offre plus de souplesse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4385" y="624126"/>
            <a:ext cx="9620012" cy="667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Cas d’Utilisation et Avantages</a:t>
            </a:r>
            <a:endParaRPr lang="en-US" sz="4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2687" y="3917156"/>
            <a:ext cx="7824907" cy="78249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48607" y="5515213"/>
            <a:ext cx="383024" cy="47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687" y="3917156"/>
            <a:ext cx="7824907" cy="782490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98293" y="5515213"/>
            <a:ext cx="383024" cy="47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2634496" y="1745575"/>
            <a:ext cx="2670334" cy="333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MongoDB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2191583" y="2215396"/>
            <a:ext cx="3556159" cy="363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Applications mobiles, IoT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2191583" y="2657832"/>
            <a:ext cx="3556159" cy="363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Gestion de contenus dynamiques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2191583" y="3100268"/>
            <a:ext cx="3556159" cy="363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Analytique en temps réel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9325451" y="1745575"/>
            <a:ext cx="2670334" cy="333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SQL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9046845" y="2215396"/>
            <a:ext cx="3227546" cy="363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Comptabilité, gestion RH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9046845" y="2657832"/>
            <a:ext cx="3227546" cy="363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Systèmes bancaires fiables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9046845" y="3100268"/>
            <a:ext cx="3227546" cy="363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Data warehousing traditionnel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554480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Conclusion &amp; Prochaines Étapes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3321487"/>
            <a:ext cx="179427" cy="878562"/>
          </a:xfrm>
          <a:prstGeom prst="roundRect">
            <a:avLst>
              <a:gd name="adj" fmla="val 20012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1376124" y="332148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Évaluer besoins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76124" y="3817025"/>
            <a:ext cx="69301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Analyser structure et volume des données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1196697" y="4439364"/>
            <a:ext cx="179427" cy="878562"/>
          </a:xfrm>
          <a:prstGeom prst="roundRect">
            <a:avLst>
              <a:gd name="adj" fmla="val 20012"/>
            </a:avLst>
          </a:prstGeom>
          <a:solidFill>
            <a:srgbClr val="304755"/>
          </a:solidFill>
          <a:ln/>
        </p:spPr>
      </p:sp>
      <p:sp>
        <p:nvSpPr>
          <p:cNvPr id="8" name="Text 5"/>
          <p:cNvSpPr/>
          <p:nvPr/>
        </p:nvSpPr>
        <p:spPr>
          <a:xfrm>
            <a:off x="1735098" y="4439364"/>
            <a:ext cx="3197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Choisir technologie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735098" y="4934903"/>
            <a:ext cx="657117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MongoDB pour flexibilité, SQL pour rigueur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1555790" y="5557242"/>
            <a:ext cx="179427" cy="878562"/>
          </a:xfrm>
          <a:prstGeom prst="roundRect">
            <a:avLst>
              <a:gd name="adj" fmla="val 20012"/>
            </a:avLst>
          </a:prstGeom>
          <a:solidFill>
            <a:srgbClr val="304755"/>
          </a:solidFill>
          <a:ln/>
        </p:spPr>
      </p:sp>
      <p:sp>
        <p:nvSpPr>
          <p:cNvPr id="11" name="Text 8"/>
          <p:cNvSpPr/>
          <p:nvPr/>
        </p:nvSpPr>
        <p:spPr>
          <a:xfrm>
            <a:off x="2094190" y="555724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Mise en œuvre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094190" y="6052780"/>
            <a:ext cx="621208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Planifier migration et formation équipes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2025-05-02T00:48:48Z</dcterms:created>
  <dcterms:modified xsi:type="dcterms:W3CDTF">2025-05-02T00:48:48Z</dcterms:modified>
</cp:coreProperties>
</file>